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365760"/>
            <a:ext cx="457200" cy="3657600"/>
          </a:xfrm>
          <a:prstGeom prst="rect">
            <a:avLst/>
          </a:prstGeom>
          <a:solidFill>
            <a:srgbClr val="7B2D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solidFill>
            <a:srgbClr val="7B2D2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01168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3657600"/>
            <a:ext cx="201168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Chronological Harmony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Crucifixion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Timeline via Biblical Calendars &amp; Historical Anchors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4114800"/>
            <a:ext cx="3657600" cy="640080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4133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 Ancil  •  Venad Global Research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84048"/>
            <a:ext cx="146304" cy="146304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39328" y="384048"/>
            <a:ext cx="146304" cy="146304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4315968"/>
            <a:ext cx="146304" cy="146304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4315968"/>
            <a:ext cx="146304" cy="146304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" y="2487168"/>
            <a:ext cx="146304" cy="146304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96528" y="2487168"/>
            <a:ext cx="146304" cy="146304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Mathematical Dilemma of Tradition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1887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Prophecy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12:40 demands exactly 3 Days and 3 Nights — The Sign of Jonah. No partial days. Exact and literal.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329184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8872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Deficit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Friday-to-Sunday model yields barely 1.5 days total. That is less than half of what Scripture requires.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51760" cy="329184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188720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Root Cause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timelines apply modern Gregorian calendar rules to ancient Jewish religious events — a fundamental category error.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Reckoning in First-Century Judea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320040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85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Julian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Administrative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solidFill>
            <a:srgbClr val="4285F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→ Midnight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Romans for political/administrative governance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743200" cy="320040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Hebrew System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Religious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011680"/>
            <a:ext cx="2560320" cy="411480"/>
          </a:xfrm>
          <a:prstGeom prst="rect">
            <a:avLst/>
          </a:prstGeom>
          <a:solidFill>
            <a:srgbClr val="C9A227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→ Sunset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560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Jewish religious life and all sacred feasts — AUTHORITATIVE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743200" cy="320040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Samaritan System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Alternative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2560320" cy="411480"/>
          </a:xfrm>
          <a:prstGeom prst="rect">
            <a:avLst/>
          </a:prstGeom>
          <a:solidFill>
            <a:srgbClr val="34A853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→ Sunrise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2560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regional Samaritan communities as an alternative reckoning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C9A227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453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 — Genesis 1:5: The biblical day strictly starts with EVENING, not morning. "And there was evening and there was morning — the first day."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Anchors of the Crucifixion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4023360" cy="169164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1691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GOVERNANCE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81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Pontius Pilate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verified in Judea AD 26–36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23360" cy="169164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73152" cy="1691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581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ben Caiaphas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in office during this exact window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69164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72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ASTRONOMICAL DATE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5021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Nisan 14, AD 30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April 5 — locked by astronomical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172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TYPOLOGICAL MATCH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5021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3:00 PM Death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3977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hour Passover lambs were sacrificed at the Temple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the Scriptural Contradiction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3931920" cy="164592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3931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SABBATH 1 — Annual High Sabbath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Thursday (Nisan 15)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Sabbath / Feast of Unleavened Bread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19:31 — 'for that sabbath was a high day'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164592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SABBATH 2 — Weekly Regular Sabbath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Saturday (Nisan 17)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Seventh-Day Sabbath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23:56 — 'they rested on the Sabbath'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1645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</a:rPr>
              <a:t>⟷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138160" cy="1737360"/>
          </a:xfrm>
          <a:prstGeom prst="rect">
            <a:avLst/>
          </a:prstGeom>
          <a:solidFill>
            <a:srgbClr val="0D183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358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CHRONOLOGICAL PROOF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401568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16:1 — Women bought spices AFTER the Sabbath.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23:56 — They rested ON the Sabbath.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mathematically requires a normal workday (Friday) between two separate Sabbaths.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 Days and 3 Nights Ledger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78992"/>
            <a:ext cx="8321040" cy="493776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78992"/>
            <a:ext cx="1188720" cy="493776"/>
          </a:xfrm>
          <a:prstGeom prst="rect">
            <a:avLst/>
          </a:prstGeom>
          <a:solidFill>
            <a:srgbClr val="4285F4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2471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1247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 Night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12471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placed in tomb before sunset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8321040" cy="493776"/>
          </a:xfrm>
          <a:prstGeom prst="rect">
            <a:avLst/>
          </a:prstGeom>
          <a:solidFill>
            <a:srgbClr val="2A1F1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627632"/>
            <a:ext cx="1188720" cy="493776"/>
          </a:xfrm>
          <a:prstGeom prst="rect">
            <a:avLst/>
          </a:prstGeom>
          <a:solidFill>
            <a:srgbClr val="C9A227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6733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16733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Thursday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67335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Passover High Sabbath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176272"/>
            <a:ext cx="8321040" cy="493776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176272"/>
            <a:ext cx="1188720" cy="493776"/>
          </a:xfrm>
          <a:prstGeom prst="rect">
            <a:avLst/>
          </a:prstGeom>
          <a:solidFill>
            <a:srgbClr val="4285F4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2199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2219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 Night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22199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in tomb — silent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724912"/>
            <a:ext cx="8321040" cy="493776"/>
          </a:xfrm>
          <a:prstGeom prst="rect">
            <a:avLst/>
          </a:prstGeom>
          <a:solidFill>
            <a:srgbClr val="1F2A1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724912"/>
            <a:ext cx="1188720" cy="493776"/>
          </a:xfrm>
          <a:prstGeom prst="rect">
            <a:avLst/>
          </a:prstGeom>
          <a:solidFill>
            <a:srgbClr val="C9A227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77063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27706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Friday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277063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— Women buy &amp; prepare spices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273552"/>
            <a:ext cx="8321040" cy="493776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273552"/>
            <a:ext cx="1188720" cy="493776"/>
          </a:xfrm>
          <a:prstGeom prst="rect">
            <a:avLst/>
          </a:prstGeom>
          <a:solidFill>
            <a:srgbClr val="4285F4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3192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91640" y="33192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 Night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331927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in tomb — third watch begins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3822192"/>
            <a:ext cx="8321040" cy="493776"/>
          </a:xfrm>
          <a:prstGeom prst="rect">
            <a:avLst/>
          </a:prstGeom>
          <a:solidFill>
            <a:srgbClr val="2A1F1F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3822192"/>
            <a:ext cx="1188720" cy="493776"/>
          </a:xfrm>
          <a:prstGeom prst="rect">
            <a:avLst/>
          </a:prstGeom>
          <a:solidFill>
            <a:srgbClr val="C9A227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86791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91640" y="38679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Saturday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386791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Weekly Sabbath — rest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1480" y="4370832"/>
            <a:ext cx="8321040" cy="4937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Shape 35"/>
          <p:cNvSpPr/>
          <p:nvPr/>
        </p:nvSpPr>
        <p:spPr>
          <a:xfrm>
            <a:off x="411480" y="4370832"/>
            <a:ext cx="1188720" cy="493776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4165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RESURRECTION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91640" y="44165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→ Sun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74720" y="4416552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occurs as Sunday begins on Hebrew calendar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82880"/>
            <a:ext cx="822960" cy="4754880"/>
          </a:xfrm>
          <a:prstGeom prst="rect">
            <a:avLst/>
          </a:prstGeom>
          <a:solidFill>
            <a:srgbClr val="7B2D2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1371600"/>
            <a:ext cx="4572000" cy="822960"/>
          </a:xfrm>
          <a:prstGeom prst="rect">
            <a:avLst/>
          </a:prstGeom>
          <a:solidFill>
            <a:srgbClr val="7B2D2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God of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Order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743200" y="2423160"/>
            <a:ext cx="3657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651760"/>
            <a:ext cx="3840480" cy="1645920"/>
          </a:xfrm>
          <a:prstGeom prst="rect">
            <a:avLst/>
          </a:prstGeom>
          <a:solidFill>
            <a:srgbClr val="0D183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38404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614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Prophetic 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Jonah is fulfilled perfectly — down to the exact calculated hour. Not approximately. Exactly.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651760"/>
            <a:ext cx="3840480" cy="1645920"/>
          </a:xfrm>
          <a:prstGeom prst="rect">
            <a:avLst/>
          </a:prstGeom>
          <a:solidFill>
            <a:srgbClr val="0D183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651760"/>
            <a:ext cx="3840480" cy="54864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7614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a Berean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200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cross-reference history, calendars, and text until you are personally convinced."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 Ancil  •  Venad Global Research  •  venadglobal.github.io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Chronological Harmony of the Crucifixion</dc:title>
  <dc:subject>PptxGenJS Presentation</dc:subject>
  <dc:creator>Antony Ancil — Venad Global Research</dc:creator>
  <cp:lastModifiedBy>Antony Ancil — Venad Global Research</cp:lastModifiedBy>
  <cp:revision>1</cp:revision>
  <dcterms:created xsi:type="dcterms:W3CDTF">2026-05-20T06:01:14Z</dcterms:created>
  <dcterms:modified xsi:type="dcterms:W3CDTF">2026-05-20T06:01:14Z</dcterms:modified>
</cp:coreProperties>
</file>